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International Payment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System Architecture &amp; Functional Walkthrough</a:t>
            </a:r>
          </a:p>
          <a:p>
            <a:r>
              <a:t>com.cth.job | Java 21 &amp; Spring Boot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Multi-Module Architecture &amp; Extensibility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Architectural Highlights:</a:t>
            </a:r>
          </a:p>
          <a:p>
            <a:r>
              <a:t>• Pluggable Payment Gateways: Stripe, PayPal, Klarna, Razorpay in isolated Maven JAR sub-modules.</a:t>
            </a:r>
          </a:p>
          <a:p>
            <a:r>
              <a:t>• Auto-Discovery Engine: Spring Boot Auto-Configuration registers present gateway JARs at runtime.</a:t>
            </a:r>
          </a:p>
          <a:p>
            <a:r>
              <a:t>• Multi-Handler Router Pools: Internal routers distribute load across worker pools (scale pool size dynamically).</a:t>
            </a:r>
          </a:p>
          <a:p>
            <a:r>
              <a:t>• Start/Stop Control: Independent Start and Stop switches per gateway.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Security, Governance &amp;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Features:</a:t>
            </a:r>
          </a:p>
          <a:p>
            <a:r>
              <a:t>• Configurable Authentication: DB vs Windows Active Directory (LDAP) switchable via frontend UI.</a:t>
            </a:r>
          </a:p>
          <a:p>
            <a:r>
              <a:t>• Seeded Users &amp; Roles: admin, maker, checker with default passwords matching usernames.</a:t>
            </a:r>
          </a:p>
          <a:p>
            <a:r>
              <a:t>• Account Governance: Lock, unlock, password reset, expiration, and toggleable SMS/Email notifications.</a:t>
            </a:r>
          </a:p>
          <a:p>
            <a:r>
              <a:t>• Maker-Checker Dual Control: Four-eye principle for payment transaction approvals.</a:t>
            </a:r>
          </a:p>
          <a:p>
            <a:r>
              <a:t>• Multi-DB Support: DDL/DML scripts included for Oracle, PostgreSQL, and SQL Server.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